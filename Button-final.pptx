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Functional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636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Button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Props: 8 | Hooks: 2 | JSX: 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Props Table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Component: Button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77724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 Name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Required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Default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children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any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No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7772400" cy="4572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variant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any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No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size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any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No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7772400" cy="4572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disabled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any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No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loading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any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4389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No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7772400" cy="4572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onClick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0" y="4937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any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4937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No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5486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className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86000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any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5486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No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6035040"/>
            <a:ext cx="7772400" cy="4572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035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...props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86000" y="6035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spread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0" y="6035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No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🪝 Hooks Usage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Custom Hooks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384048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State &amp; Effects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8404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097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3636"/>
                </a:solidFill>
              </a:rPr>
              <a:t>useState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38404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373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3636"/>
                </a:solidFill>
              </a:rPr>
              <a:t>useState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2011680"/>
            <a:ext cx="1828800" cy="13716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</a:rPr>
              <a:t>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Hooks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2011680"/>
            <a:ext cx="1828800" cy="13716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</a:rPr>
              <a:t>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State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2011680"/>
            <a:ext cx="1828800" cy="13716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</a:rPr>
              <a:t>8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94360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Props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Component: Button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Button - React Component</dc:title>
  <dc:subject>PptxGenJS Presentation</dc:subject>
  <dc:creator>PptxGenJS</dc:creator>
  <cp:lastModifiedBy>PptxGenJS</cp:lastModifiedBy>
  <cp:revision>1</cp:revision>
  <dcterms:created xsi:type="dcterms:W3CDTF">2026-04-16T12:12:35Z</dcterms:created>
  <dcterms:modified xsi:type="dcterms:W3CDTF">2026-04-16T12:12:35Z</dcterms:modified>
</cp:coreProperties>
</file>